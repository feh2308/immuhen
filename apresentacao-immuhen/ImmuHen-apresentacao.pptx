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99828e0211f4dd5" /><Relationship Type="http://schemas.openxmlformats.org/officeDocument/2006/relationships/extended-properties" Target="/docProps/app.xml" Id="R581d5c6789ef41e8" /><Relationship Type="http://schemas.openxmlformats.org/officeDocument/2006/relationships/officeDocument" Target="/ppt/presentation.xml" Id="R68cdc36bb0d1470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718799eb63f4f2f"/>
  </p:sldMasterIdLst>
  <p:notesMasterIdLst>
    <p:notesMasterId xmlns:r="http://schemas.openxmlformats.org/officeDocument/2006/relationships" r:id="R7bc8fe4191a84108"/>
  </p:notesMasterIdLst>
  <p:sldIdLst>
    <p:sldId xmlns:r="http://schemas.openxmlformats.org/officeDocument/2006/relationships" id="256" r:id="R40363c7760794890"/>
    <p:sldId xmlns:r="http://schemas.openxmlformats.org/officeDocument/2006/relationships" id="257" r:id="R460243fd7c9f4214"/>
    <p:sldId xmlns:r="http://schemas.openxmlformats.org/officeDocument/2006/relationships" id="258" r:id="Rdb011440cf1e49a0"/>
    <p:sldId xmlns:r="http://schemas.openxmlformats.org/officeDocument/2006/relationships" id="259" r:id="R616fac0ac57e4837"/>
    <p:sldId xmlns:r="http://schemas.openxmlformats.org/officeDocument/2006/relationships" id="260" r:id="Ra26a9e3c7b6a47da"/>
    <p:sldId xmlns:r="http://schemas.openxmlformats.org/officeDocument/2006/relationships" id="261" r:id="R9b4ed8397b9040b2"/>
    <p:sldId xmlns:r="http://schemas.openxmlformats.org/officeDocument/2006/relationships" id="262" r:id="R2a93745d0a374ef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e3653575c8e41e4" /><Relationship Type="http://schemas.openxmlformats.org/officeDocument/2006/relationships/slideMaster" Target="/ppt/slideMasters/slideMaster1.xml" Id="R9718799eb63f4f2f" /><Relationship Type="http://schemas.openxmlformats.org/officeDocument/2006/relationships/notesMaster" Target="/ppt/notesMasters/notesMaster1.xml" Id="R7bc8fe4191a84108" /><Relationship Type="http://schemas.openxmlformats.org/officeDocument/2006/relationships/presProps" Target="/ppt/presProps.xml" Id="R05010e9f4e3949ce" /><Relationship Type="http://schemas.openxmlformats.org/officeDocument/2006/relationships/tableStyles" Target="/ppt/tableStyles.xml" Id="R0cabc3d4c9074968" /><Relationship Type="http://schemas.openxmlformats.org/officeDocument/2006/relationships/slide" Target="/ppt/slides/slide1.xml" Id="R40363c7760794890" /><Relationship Type="http://schemas.openxmlformats.org/officeDocument/2006/relationships/slide" Target="/ppt/slides/slide2.xml" Id="R460243fd7c9f4214" /><Relationship Type="http://schemas.openxmlformats.org/officeDocument/2006/relationships/slide" Target="/ppt/slides/slide3.xml" Id="Rdb011440cf1e49a0" /><Relationship Type="http://schemas.openxmlformats.org/officeDocument/2006/relationships/slide" Target="/ppt/slides/slide4.xml" Id="R616fac0ac57e4837" /><Relationship Type="http://schemas.openxmlformats.org/officeDocument/2006/relationships/slide" Target="/ppt/slides/slide5.xml" Id="Ra26a9e3c7b6a47da" /><Relationship Type="http://schemas.openxmlformats.org/officeDocument/2006/relationships/slide" Target="/ppt/slides/slide6.xml" Id="R9b4ed8397b9040b2" /><Relationship Type="http://schemas.openxmlformats.org/officeDocument/2006/relationships/slide" Target="/ppt/slides/slide7.xml" Id="R2a93745d0a374ef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ebe313ec69b494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2db32076a1640dc" /><Relationship Type="http://schemas.openxmlformats.org/officeDocument/2006/relationships/notesMaster" Target="/ppt/notesMasters/notesMaster1.xml" Id="R9eaec439f2dd437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e43c866e1f64d3e" /><Relationship Type="http://schemas.openxmlformats.org/officeDocument/2006/relationships/notesMaster" Target="/ppt/notesMasters/notesMaster1.xml" Id="Re7e8df0537574d1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fb7bdd7534a4b25" /><Relationship Type="http://schemas.openxmlformats.org/officeDocument/2006/relationships/notesMaster" Target="/ppt/notesMasters/notesMaster1.xml" Id="Ra142c5712b824d7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d7212a872964163" /><Relationship Type="http://schemas.openxmlformats.org/officeDocument/2006/relationships/notesMaster" Target="/ppt/notesMasters/notesMaster1.xml" Id="R9ed67a9df4eb4c8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3240460dc1741d6" /><Relationship Type="http://schemas.openxmlformats.org/officeDocument/2006/relationships/notesMaster" Target="/ppt/notesMasters/notesMaster1.xml" Id="R30f582aa24474b9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ddf5b53328c4264" /><Relationship Type="http://schemas.openxmlformats.org/officeDocument/2006/relationships/notesMaster" Target="/ppt/notesMasters/notesMaster1.xml" Id="Re115158204c546d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e023a4f091845c1" /><Relationship Type="http://schemas.openxmlformats.org/officeDocument/2006/relationships/notesMaster" Target="/ppt/notesMasters/notesMaster1.xml" Id="Rfc5d7180b951437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Imagem gerada internamente com ImageGen para esta apresentação.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Mensagem: o ImmuHen transforma a rotina sanitária em uma operação mais clara e acompanhável.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Imagem gerada internamente com ImageGen para esta apresentação.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 dores descritas são uma síntese de rotina operacional, sem números inventados.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Funcionalidades sintetizadas a partir do sistema ImmuHen no repositório local: programa, vacinas, acompanhamento, solicitações e rastreabilidade.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Funcionalidades sintetizadas a partir das páginas e rotas do sistema ImmuHen no repositório local: Aves, Vacinas, Entradas, Estoque, Programa, Acompanhamento, Solicitações, Rastreabilidade e Relatórios.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Síntese de valor baseada nas funcionalidades do sistema ImmuHen. Não foram usados indicadores ou percentuais não fornecidos.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Imagem gerada internamente com ImageGen para esta apresentação.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Públicos e benefícios apresentados como posicionamento do produto, sem prometer resultados numéricos.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Texto institucional criado para divulgação do sistema ImmuHen.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Encerramento: convidar o público a conhecer o sistema e iniciar uma conversa comercial.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c7f1ce69ec438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cfed47db57c4ad5" /><Relationship Type="http://schemas.openxmlformats.org/officeDocument/2006/relationships/slideLayout" Target="/ppt/slideLayouts/slideLayout1.xml" Id="Rb0cae21564684c1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0cae21564684c1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ee6d3fb13e4120" /><Relationship Type="http://schemas.openxmlformats.org/officeDocument/2006/relationships/image" Target="/ppt/media/image.png" Id="Rd147114474da46f2" /><Relationship Type="http://schemas.openxmlformats.org/officeDocument/2006/relationships/notesSlide" Target="/ppt/notesSlides/notesSlide1.xml" Id="Re17e6a21c2fe454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e5a9ccd33e4cf9" /><Relationship Type="http://schemas.openxmlformats.org/officeDocument/2006/relationships/image" Target="/ppt/media/image2.png" Id="Rb6ed83ecc5ef404b" /><Relationship Type="http://schemas.openxmlformats.org/officeDocument/2006/relationships/notesSlide" Target="/ppt/notesSlides/notesSlide2.xml" Id="R180445995ebf481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ad61438c17494d" /><Relationship Type="http://schemas.openxmlformats.org/officeDocument/2006/relationships/notesSlide" Target="/ppt/notesSlides/notesSlide3.xml" Id="R86d0d79a724e4d4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630ea7f4d14a7e" /><Relationship Type="http://schemas.openxmlformats.org/officeDocument/2006/relationships/notesSlide" Target="/ppt/notesSlides/notesSlide4.xml" Id="R8fdf23de35ee433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c11de0423c4acc" /><Relationship Type="http://schemas.openxmlformats.org/officeDocument/2006/relationships/notesSlide" Target="/ppt/notesSlides/notesSlide5.xml" Id="R27731faacaf643c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d9d28a86164ffc" /><Relationship Type="http://schemas.openxmlformats.org/officeDocument/2006/relationships/image" Target="/ppt/media/image3.png" Id="Rb000a8073e424ad1" /><Relationship Type="http://schemas.openxmlformats.org/officeDocument/2006/relationships/notesSlide" Target="/ppt/notesSlides/notesSlide6.xml" Id="Rce593c87c4fc4db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5303de07304abd" /><Relationship Type="http://schemas.openxmlformats.org/officeDocument/2006/relationships/notesSlide" Target="/ppt/notesSlides/notesSlide7.xml" Id="R10a4a5623be148b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0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47114474da46f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4DA07F-85C1-4AA7-94C0-E688C6E2F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715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9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69330F-6C7C-4FE6-84FB-DF971B227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238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999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0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IMMU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5A445C-544B-47C5-8A26-6E1B6B79D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742950"/>
            <a:ext cx="161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999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050" b="1" i="0">
                <a:solidFill>
                  <a:srgbClr val="B9D7BD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 i="0">
                <a:solidFill>
                  <a:srgbClr val="B9D7BD"/>
                </a:solidFill>
                <a:latin typeface="Aptos Display"/>
                <a:ea typeface="Aptos Display"/>
                <a:cs typeface="Aptos Display"/>
              </a:rPr>
              <a:t>HEN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8621D1-84DB-4C0B-8227-F2A1550CF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8B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B266F5-130B-462B-A295-9ACE01226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4381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1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Gestão sanitária avícola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31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com clareza no dia a dia.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170EC4-65D8-416F-9598-DFA4E6CD8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4000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 i="0">
                <a:solidFill>
                  <a:srgbClr val="E0E8E0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E0E8E0"/>
                </a:solidFill>
                <a:latin typeface="Aptos"/>
                <a:ea typeface="Aptos"/>
                <a:cs typeface="Aptos"/>
              </a:rPr>
              <a:t>A rotina da granja organizada em um só lugar — do lote ao histórico de vacinação.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DDCBB5-D9BD-407E-8844-0A70456F9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912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DCE9D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DCE9DF"/>
                </a:solidFill>
                <a:latin typeface="Aptos"/>
                <a:ea typeface="Aptos"/>
                <a:cs typeface="Aptos"/>
              </a:rPr>
              <a:t>APRESENTAÇÃO DO SISTEMA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3CE808-A998-4A6A-8C8E-E617CF398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DDE9DF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DDE9DF"/>
                </a:solidFill>
                <a:latin typeface="Aptos"/>
                <a:ea typeface="Aptos"/>
                <a:cs typeface="Aptos"/>
              </a:rPr>
              <a:t>IMMUHEN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8EF127-CF3C-4C52-AEA2-143BAAAED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DDE9DF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DDE9D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456017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ed83ecc5ef404b"/>
          <a:srcRect xmlns:a="http://schemas.openxmlformats.org/drawingml/2006/main" l="21979" t="0" r="2197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67550" y="0"/>
            <a:ext cx="51244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4F2F85-71ED-434F-BC0D-CFB66D8B1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0"/>
            <a:ext cx="5124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3A">
              <a:alpha val="941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544419-882B-4492-8823-AC4968722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1E5A3A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E5A3A"/>
                </a:solidFill>
                <a:latin typeface="Aptos"/>
                <a:ea typeface="Aptos"/>
                <a:cs typeface="Aptos"/>
              </a:rPr>
              <a:t>O DESAFIO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44148F-F06D-413B-B101-80008DF7E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7239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850" b="1" i="0">
                <a:solidFill>
                  <a:srgbClr val="172019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172019"/>
                </a:solidFill>
                <a:latin typeface="Aptos Display"/>
                <a:ea typeface="Aptos Display"/>
                <a:cs typeface="Aptos Display"/>
              </a:rPr>
              <a:t>Na avicultura, o cuidado precisa virar rotina visível.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FC288C-4B86-4A7D-B856-714B9C4D1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19300"/>
            <a:ext cx="647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 i="0">
                <a:solidFill>
                  <a:srgbClr val="657169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657169"/>
                </a:solidFill>
                <a:latin typeface="Aptos"/>
                <a:ea typeface="Aptos"/>
                <a:cs typeface="Aptos"/>
              </a:rPr>
              <a:t>Quando informação fica espalhada, a equipe perde tempo, o histórico se fragmenta e decisões importantes chegam tarde.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EAC19B-7A1C-4F5E-9FB3-CA5FDAF6C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00400"/>
            <a:ext cx="4953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63DEE5-7436-4CE0-A445-F3CA8C501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052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1E5A3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1E5A3A"/>
                </a:solidFill>
                <a:latin typeface="Aptos Display"/>
                <a:ea typeface="Aptos Display"/>
                <a:cs typeface="Aptos Display"/>
              </a:rPr>
              <a:t>O que está em jogo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37E52D-1BE0-4B44-B08F-BE3A4DBC6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62400"/>
            <a:ext cx="5143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500" b="0" i="0">
                <a:solidFill>
                  <a:srgbClr val="172019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172019"/>
                </a:solidFill>
                <a:latin typeface="Aptos"/>
                <a:ea typeface="Aptos"/>
                <a:cs typeface="Aptos"/>
              </a:rPr>
              <a:t>• saber qual lote está em cada etapa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00" b="0" i="0">
                <a:solidFill>
                  <a:srgbClr val="172019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172019"/>
                </a:solidFill>
                <a:latin typeface="Aptos"/>
                <a:ea typeface="Aptos"/>
                <a:cs typeface="Aptos"/>
              </a:rPr>
              <a:t>• manter o programa de vacinação sob controle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00" b="0" i="0">
                <a:solidFill>
                  <a:srgbClr val="172019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172019"/>
                </a:solidFill>
                <a:latin typeface="Aptos"/>
                <a:ea typeface="Aptos"/>
                <a:cs typeface="Aptos"/>
              </a:rPr>
              <a:t>• registrar o que aconteceu — e encontrar depois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FDBAB6-43C3-469E-8F93-54055F917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1E5A3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E5A3A"/>
                </a:solidFill>
                <a:latin typeface="Aptos"/>
                <a:ea typeface="Aptos"/>
                <a:cs typeface="Aptos"/>
              </a:rPr>
              <a:t>Cuidar bem também é conseguir provar, acompanhar e agir.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4CF438-A25B-49FF-9198-4C7E4F366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1E5A3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1E5A3A"/>
                </a:solidFill>
                <a:latin typeface="Aptos"/>
                <a:ea typeface="Aptos"/>
                <a:cs typeface="Aptos"/>
              </a:rPr>
              <a:t>IMMUHEN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0BD8B2-B3BD-4A92-BE3A-7A82C7B4B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657169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657169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109025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03160C-DD2C-4172-AA48-C1CB4EE76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1E5A3A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E5A3A"/>
                </a:solidFill>
                <a:latin typeface="Aptos"/>
                <a:ea typeface="Aptos"/>
                <a:cs typeface="Aptos"/>
              </a:rPr>
              <a:t>O SISTEMA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7ECD36-D212-4E1E-A10A-C25F6DEAB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7239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850" b="1" i="0">
                <a:solidFill>
                  <a:srgbClr val="172019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172019"/>
                </a:solidFill>
                <a:latin typeface="Aptos Display"/>
                <a:ea typeface="Aptos Display"/>
                <a:cs typeface="Aptos Display"/>
              </a:rPr>
              <a:t>ImmuHen é o centro de controle da vacinação da granja.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442665-F229-4957-8C79-6F245636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19300"/>
            <a:ext cx="647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 i="0">
                <a:solidFill>
                  <a:srgbClr val="657169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657169"/>
                </a:solidFill>
                <a:latin typeface="Aptos"/>
                <a:ea typeface="Aptos"/>
                <a:cs typeface="Aptos"/>
              </a:rPr>
              <a:t>Uma plataforma para reunir planejamento, execução e acompanhamento em uma linguagem simples para a operação.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25F489-D36C-4606-B3A1-5E07980B6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29000"/>
            <a:ext cx="10058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9FA15B-AB4F-4073-A2DB-2131FD722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861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BA861B-3E9B-4A76-818F-E78608DD2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81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F2B80E-1B35-4710-999D-18449BD5E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624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172019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172019"/>
                </a:solidFill>
                <a:latin typeface="Aptos Display"/>
                <a:ea typeface="Aptos Display"/>
                <a:cs typeface="Aptos Display"/>
              </a:rPr>
              <a:t>Planejar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57B15C-C7D0-47FB-B15A-30576B86E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8150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 i="0">
                <a:solidFill>
                  <a:srgbClr val="657169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57169"/>
                </a:solidFill>
                <a:latin typeface="Aptos"/>
                <a:ea typeface="Aptos"/>
                <a:cs typeface="Aptos"/>
              </a:rPr>
              <a:t>Programas e calendário de vacinação por lote.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4FF686-DB71-47FE-9D8E-CCF5CC25A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861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53CEBD-1C99-48EE-9847-4FB8E3F43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81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1E5A3A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E5A3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70C244-1A7B-4D29-9B04-D6D4DE33D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624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172019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172019"/>
                </a:solidFill>
                <a:latin typeface="Aptos Display"/>
                <a:ea typeface="Aptos Display"/>
                <a:cs typeface="Aptos Display"/>
              </a:rPr>
              <a:t>Registrar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F33B29-50EF-4C60-98D8-63CD608C8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38150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 i="0">
                <a:solidFill>
                  <a:srgbClr val="657169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57169"/>
                </a:solidFill>
                <a:latin typeface="Aptos"/>
                <a:ea typeface="Aptos"/>
                <a:cs typeface="Aptos"/>
              </a:rPr>
              <a:t>Aplicações, responsáveis, doses e observações.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78150A-0B7A-433C-9D41-19A855047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2861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5267D7-5E74-47E1-ADE8-47C4046EB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381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1E5A3A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E5A3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DD1055-D1A2-4CFA-B849-40BE168AF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9624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172019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172019"/>
                </a:solidFill>
                <a:latin typeface="Aptos Display"/>
                <a:ea typeface="Aptos Display"/>
                <a:cs typeface="Aptos Display"/>
              </a:rPr>
              <a:t>Acompanhar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8E91DF-A9BA-4584-9E77-04F0BFB5E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38150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 i="0">
                <a:solidFill>
                  <a:srgbClr val="657169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57169"/>
                </a:solidFill>
                <a:latin typeface="Aptos"/>
                <a:ea typeface="Aptos"/>
                <a:cs typeface="Aptos"/>
              </a:rPr>
              <a:t>Status, solicitações, alertas e próximos passos.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902B05-8CE0-4580-B793-BFFD0A946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861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1944AC-91FD-4FC0-9A6D-34BE7EEAA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381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1E5A3A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E5A3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8DE792-C5EB-4746-AFAF-5FFE545FB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9624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172019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172019"/>
                </a:solidFill>
                <a:latin typeface="Aptos Display"/>
                <a:ea typeface="Aptos Display"/>
                <a:cs typeface="Aptos Display"/>
              </a:rPr>
              <a:t>Rastrear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62D06C-7BE1-4C47-9605-11357FC93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38150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 i="0">
                <a:solidFill>
                  <a:srgbClr val="657169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57169"/>
                </a:solidFill>
                <a:latin typeface="Aptos"/>
                <a:ea typeface="Aptos"/>
                <a:cs typeface="Aptos"/>
              </a:rPr>
              <a:t>Histórico organizado para consultar quando precisar.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1DDDC1-A47B-40CF-985B-0FFD23FC7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10820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30B0AC-E27C-497E-B698-5E8A3F3E0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91200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1E5A3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E5A3A"/>
                </a:solidFill>
                <a:latin typeface="Aptos"/>
                <a:ea typeface="Aptos"/>
                <a:cs typeface="Aptos"/>
              </a:rPr>
              <a:t>Menos improviso na rotina. Mais contexto para cada decisão.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6CAD5B-C79D-4817-8370-5F219B4A2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1E5A3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1E5A3A"/>
                </a:solidFill>
                <a:latin typeface="Aptos"/>
                <a:ea typeface="Aptos"/>
                <a:cs typeface="Aptos"/>
              </a:rPr>
              <a:t>IMMUHEN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878FE0-8B20-414F-8CA5-D4CE218F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657169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657169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202022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07E7FD-BC36-4A9E-B9CF-BC7839F82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1E5A3A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E5A3A"/>
                </a:solidFill>
                <a:latin typeface="Aptos"/>
                <a:ea typeface="Aptos"/>
                <a:cs typeface="Aptos"/>
              </a:rPr>
              <a:t>O QUE ENTRA NA ROTINA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523D54-224D-4607-8EBA-9E072D72D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7239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850" b="1" i="0">
                <a:solidFill>
                  <a:srgbClr val="172019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172019"/>
                </a:solidFill>
                <a:latin typeface="Aptos Display"/>
                <a:ea typeface="Aptos Display"/>
                <a:cs typeface="Aptos Display"/>
              </a:rPr>
              <a:t>Do lote ao histórico: tudo no mesmo lugar.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DD22BB-4515-4865-9901-B293A20B9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19300"/>
            <a:ext cx="647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 i="0">
                <a:solidFill>
                  <a:srgbClr val="657169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657169"/>
                </a:solidFill>
                <a:latin typeface="Aptos"/>
                <a:ea typeface="Aptos"/>
                <a:cs typeface="Aptos"/>
              </a:rPr>
              <a:t>O ImmuHen conecta as partes que normalmente ficam separadas entre planilhas, mensagens e anotações.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D37FD9-A017-40CF-B431-E0E292686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6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1E5A3A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 i="0">
                <a:solidFill>
                  <a:srgbClr val="1E5A3A"/>
                </a:solidFill>
                <a:latin typeface="Aptos Display"/>
                <a:ea typeface="Aptos Display"/>
                <a:cs typeface="Aptos Display"/>
              </a:rPr>
              <a:t>Lotes e aves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9FD8F9-2CB2-4702-A881-FE3CFCE99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48000"/>
            <a:ext cx="676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172019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72019"/>
                </a:solidFill>
                <a:latin typeface="Aptos"/>
                <a:ea typeface="Aptos"/>
                <a:cs typeface="Aptos"/>
              </a:rPr>
              <a:t>cadastro, alojamento, idade e situação de cada lote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14AC5E-D1C7-4CF1-B2B3-C78DE1959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0"/>
            <a:ext cx="9677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3BD02A-C696-42D9-9817-2BC235ECE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6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1E5A3A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 i="0">
                <a:solidFill>
                  <a:srgbClr val="1E5A3A"/>
                </a:solidFill>
                <a:latin typeface="Aptos Display"/>
                <a:ea typeface="Aptos Display"/>
                <a:cs typeface="Aptos Display"/>
              </a:rPr>
              <a:t>Vacinas e estoque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00279C-CAD0-4014-A2C5-974B70CE8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638550"/>
            <a:ext cx="676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172019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72019"/>
                </a:solidFill>
                <a:latin typeface="Aptos"/>
                <a:ea typeface="Aptos"/>
                <a:cs typeface="Aptos"/>
              </a:rPr>
              <a:t>entradas, saídas, consumo previsto e níveis de atenção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3A2639-906E-4CEB-8256-C7BEDA683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19550"/>
            <a:ext cx="9677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C9D901-B875-4DA3-A85D-D405ABF7D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100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6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1E5A3A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 i="0">
                <a:solidFill>
                  <a:srgbClr val="1E5A3A"/>
                </a:solidFill>
                <a:latin typeface="Aptos Display"/>
                <a:ea typeface="Aptos Display"/>
                <a:cs typeface="Aptos Display"/>
              </a:rPr>
              <a:t>Programa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7E6266-93D1-4057-A867-543FF9C70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229100"/>
            <a:ext cx="676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172019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72019"/>
                </a:solidFill>
                <a:latin typeface="Aptos"/>
                <a:ea typeface="Aptos"/>
                <a:cs typeface="Aptos"/>
              </a:rPr>
              <a:t>planejamento por etapas e visualização do que vem a seguir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F8B2E0-6CA3-4500-93B5-E38DBAB73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10100"/>
            <a:ext cx="9677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AB9B66-B4E2-4495-9D41-2E38B86D1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006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6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1E5A3A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 i="0">
                <a:solidFill>
                  <a:srgbClr val="1E5A3A"/>
                </a:solidFill>
                <a:latin typeface="Aptos Display"/>
                <a:ea typeface="Aptos Display"/>
                <a:cs typeface="Aptos Display"/>
              </a:rPr>
              <a:t>Acompanhamento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8B7363-4F9A-4688-BAA0-C71F3FA9E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819650"/>
            <a:ext cx="676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172019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72019"/>
                </a:solidFill>
                <a:latin typeface="Aptos"/>
                <a:ea typeface="Aptos"/>
                <a:cs typeface="Aptos"/>
              </a:rPr>
              <a:t>solicitações, responsáveis, notificações e conclusão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051116-768B-401F-9D45-E5F6E9FB9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9677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F81F4E-FD94-498E-8112-02BEBA97F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911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6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1E5A3A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 i="0">
                <a:solidFill>
                  <a:srgbClr val="1E5A3A"/>
                </a:solidFill>
                <a:latin typeface="Aptos Display"/>
                <a:ea typeface="Aptos Display"/>
                <a:cs typeface="Aptos Display"/>
              </a:rPr>
              <a:t>Rastreabilidade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CEFA4D-CFC3-4A66-932D-F516962B1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410200"/>
            <a:ext cx="676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172019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72019"/>
                </a:solidFill>
                <a:latin typeface="Aptos"/>
                <a:ea typeface="Aptos"/>
                <a:cs typeface="Aptos"/>
              </a:rPr>
              <a:t>histórico da operação e relatórios para consulta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59283B-6FA1-489F-B72E-D23311E2D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91200"/>
            <a:ext cx="9677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C25E99-B462-40B4-8CD8-B68AE6259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722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1E5A3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E5A3A"/>
                </a:solidFill>
                <a:latin typeface="Aptos"/>
                <a:ea typeface="Aptos"/>
                <a:cs typeface="Aptos"/>
              </a:rPr>
              <a:t>A operação continua sendo humana. A informação deixa de ficar invisível.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5217CB-DA1F-47C7-9A95-244169F6A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1E5A3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1E5A3A"/>
                </a:solidFill>
                <a:latin typeface="Aptos"/>
                <a:ea typeface="Aptos"/>
                <a:cs typeface="Aptos"/>
              </a:rPr>
              <a:t>IMMUHEN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3C1806-3BEB-4846-AB21-E4611423D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657169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657169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389597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E5A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CC6F70-3518-4EF3-A650-729496D42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DCE9D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DCE9DF"/>
                </a:solidFill>
                <a:latin typeface="Aptos"/>
                <a:ea typeface="Aptos"/>
                <a:cs typeface="Aptos"/>
              </a:rPr>
              <a:t>O valor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2AC482-A5C2-4E10-A41B-5ED756896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619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1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Quando a informação flui,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31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 equipe trabalha melhor.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5865C1-4CD8-4B65-85C4-03E688285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 i="0">
                <a:solidFill>
                  <a:srgbClr val="E2EEE4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E2EEE4"/>
                </a:solidFill>
                <a:latin typeface="Aptos"/>
                <a:ea typeface="Aptos"/>
                <a:cs typeface="Aptos"/>
              </a:rPr>
              <a:t>O ganho não está em ter mais uma tela. Está em dar contexto para a próxima ação.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A73F75-3FF0-45E3-89E5-B22ED8497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8B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C265AF-17C3-441F-AD0D-497D49457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576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9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Clareza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7ABC6C-056B-4758-ADA4-6DEEE1A01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76650"/>
            <a:ext cx="561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E2EEE4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E2EEE4"/>
                </a:solidFill>
                <a:latin typeface="Aptos"/>
                <a:ea typeface="Aptos"/>
                <a:cs typeface="Aptos"/>
              </a:rPr>
              <a:t>ver o que está programado, pendente ou concluído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9D22D1-E65C-44D6-8EB6-B8474AF2D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8B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E87A98-34E0-42C9-9250-71E39F921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005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9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Disciplina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102139-58C5-401A-9576-BB92A4D23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419600"/>
            <a:ext cx="561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E2EEE4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E2EEE4"/>
                </a:solidFill>
                <a:latin typeface="Aptos"/>
                <a:ea typeface="Aptos"/>
                <a:cs typeface="Aptos"/>
              </a:rPr>
              <a:t>padronizar registros sem complicar a rotina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A96304-4DF1-4DE4-88C7-74734EAA2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006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8B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2AC734-238E-4F60-A413-496B2EE47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435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9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Confiança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4C2808-F4B6-44CC-BD79-1C7DFE48E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162550"/>
            <a:ext cx="561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E2EEE4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E2EEE4"/>
                </a:solidFill>
                <a:latin typeface="Aptos"/>
                <a:ea typeface="Aptos"/>
                <a:cs typeface="Aptos"/>
              </a:rPr>
              <a:t>consultar o histórico quando a decisão exigir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2A5D14-AB70-4B91-9634-5D4D8D148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DDE9DF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DDE9DF"/>
                </a:solidFill>
                <a:latin typeface="Aptos"/>
                <a:ea typeface="Aptos"/>
                <a:cs typeface="Aptos"/>
              </a:rPr>
              <a:t>IMMUHEN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5C89DB-056D-4509-B582-238750DAB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DDE9DF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DDE9D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606810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00a8073e424ad1"/>
          <a:srcRect xmlns:a="http://schemas.openxmlformats.org/drawingml/2006/main" l="22685" t="0" r="2268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0"/>
            <a:ext cx="5619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140E4E-EC66-41C6-A2F8-2444CDB92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1E5A3A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E5A3A"/>
                </a:solidFill>
                <a:latin typeface="Aptos"/>
                <a:ea typeface="Aptos"/>
                <a:cs typeface="Aptos"/>
              </a:rPr>
              <a:t>PARA QUEM FAZ ACONTECER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28EF1B-6D76-47B2-8F71-940F8A484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7239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850" b="1" i="0">
                <a:solidFill>
                  <a:srgbClr val="172019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172019"/>
                </a:solidFill>
                <a:latin typeface="Aptos Display"/>
                <a:ea typeface="Aptos Display"/>
                <a:cs typeface="Aptos Display"/>
              </a:rPr>
              <a:t>Feito para a operação — não para impressionar com complexidade.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056A3A-FBD5-4109-9034-19E75C2BD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19300"/>
            <a:ext cx="647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 i="0">
                <a:solidFill>
                  <a:srgbClr val="657169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657169"/>
                </a:solidFill>
                <a:latin typeface="Aptos"/>
                <a:ea typeface="Aptos"/>
                <a:cs typeface="Aptos"/>
              </a:rPr>
              <a:t>A linguagem da granja: objetiva, visual e orientada ao próximo passo.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72A485-86DA-4948-A9B5-C072A297E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14700"/>
            <a:ext cx="447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6868AA-4F19-461A-A6DA-8F40426C4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385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1E5A3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1E5A3A"/>
                </a:solidFill>
                <a:latin typeface="Aptos Display"/>
                <a:ea typeface="Aptos Display"/>
                <a:cs typeface="Aptos Display"/>
              </a:rPr>
              <a:t>Para o responsável técnico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BC82EC-97A0-4F19-AD16-193EF64EB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172019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72019"/>
                </a:solidFill>
                <a:latin typeface="Aptos"/>
                <a:ea typeface="Aptos"/>
                <a:cs typeface="Aptos"/>
              </a:rPr>
              <a:t>mais visibilidade do programa e do histórico sanitário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AA5B8E-1EE4-4378-9B92-1925E413E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101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1E5A3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1E5A3A"/>
                </a:solidFill>
                <a:latin typeface="Aptos Display"/>
                <a:ea typeface="Aptos Display"/>
                <a:cs typeface="Aptos Display"/>
              </a:rPr>
              <a:t>Para a equipe de campo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4EB36D-256F-4AE4-A137-329431EA6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72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172019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72019"/>
                </a:solidFill>
                <a:latin typeface="Aptos"/>
                <a:ea typeface="Aptos"/>
                <a:cs typeface="Aptos"/>
              </a:rPr>
              <a:t>menos dúvida na hora de registrar e executar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75860D-170B-4B80-BFB2-22869BCBF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816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1E5A3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1E5A3A"/>
                </a:solidFill>
                <a:latin typeface="Aptos Display"/>
                <a:ea typeface="Aptos Display"/>
                <a:cs typeface="Aptos Display"/>
              </a:rPr>
              <a:t>Para a gestão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899A4A-8B84-408D-8FC8-BF5EA1681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436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172019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72019"/>
                </a:solidFill>
                <a:latin typeface="Aptos"/>
                <a:ea typeface="Aptos"/>
                <a:cs typeface="Aptos"/>
              </a:rPr>
              <a:t>uma visão mais organizada do que está acontecendo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F7E0B6-8BF0-4F11-B10A-F18373F05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1E5A3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1E5A3A"/>
                </a:solidFill>
                <a:latin typeface="Aptos"/>
                <a:ea typeface="Aptos"/>
                <a:cs typeface="Aptos"/>
              </a:rPr>
              <a:t>IMMUHEN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8CF984-4623-40CB-9F7D-887CBCF59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657169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657169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6721007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03FD21-85E5-42BB-91DE-2DB1A1524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762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8B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F065BC-E4D9-4A6E-A522-EDE64868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80010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1E5A3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E5A3A"/>
                </a:solidFill>
                <a:latin typeface="Aptos"/>
                <a:ea typeface="Aptos"/>
                <a:cs typeface="Aptos"/>
              </a:rPr>
              <a:t>IMMUHEN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7FA40F-1385-4F66-A108-E1AEF9BDC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714500"/>
            <a:ext cx="72390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300" b="1" i="0">
                <a:solidFill>
                  <a:srgbClr val="172019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 i="0">
                <a:solidFill>
                  <a:srgbClr val="172019"/>
                </a:solidFill>
                <a:latin typeface="Aptos Display"/>
                <a:ea typeface="Aptos Display"/>
                <a:cs typeface="Aptos Display"/>
              </a:rPr>
              <a:t>Mais controle para a granja.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3300" b="1" i="0">
                <a:solidFill>
                  <a:srgbClr val="172019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 i="0">
                <a:solidFill>
                  <a:srgbClr val="172019"/>
                </a:solidFill>
                <a:latin typeface="Aptos Display"/>
                <a:ea typeface="Aptos Display"/>
                <a:cs typeface="Aptos Display"/>
              </a:rPr>
              <a:t>Mais confiança para o próximo ciclo.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278A1E-978F-49AF-B95D-B5B281447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38550"/>
            <a:ext cx="590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 i="0">
                <a:solidFill>
                  <a:srgbClr val="657169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657169"/>
                </a:solidFill>
                <a:latin typeface="Aptos"/>
                <a:ea typeface="Aptos"/>
                <a:cs typeface="Aptos"/>
              </a:rPr>
              <a:t>Conheça o sistema e leve a gestão sanitária para o centro da operação.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E1357A-EEA7-43A1-92C3-3663987BE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19650"/>
            <a:ext cx="3333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D2155A-2AC3-436D-AC38-A8C12D134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981575"/>
            <a:ext cx="2990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00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Organize. Acompanhe. Cuide.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E2D8B6-A79F-472E-821D-C4D803DF1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9055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1E5A3A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E5A3A"/>
                </a:solidFill>
                <a:latin typeface="Aptos"/>
                <a:ea typeface="Aptos"/>
                <a:cs typeface="Aptos"/>
              </a:rPr>
              <a:t>Sistema de gestão sanitária avícola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E58C47-3B64-4942-BE5B-F7FC6E31F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9245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1E5A3A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E5A3A"/>
                </a:solidFill>
                <a:latin typeface="Aptos"/>
                <a:ea typeface="Aptos"/>
                <a:cs typeface="Aptos"/>
              </a:rPr>
              <a:t>IMMUHEN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D16571-BDEC-402D-A4F8-B763D78AC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1E5A3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1E5A3A"/>
                </a:solidFill>
                <a:latin typeface="Aptos"/>
                <a:ea typeface="Aptos"/>
                <a:cs typeface="Aptos"/>
              </a:rPr>
              <a:t>IMMUHEN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399489-1D2F-48DE-BA34-AD3F707CB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657169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657169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287245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2026-08-29T18:10:45.8620000Z</dcterms:created>
  <dcterms:modified xsi:type="dcterms:W3CDTF">2026-08-29T18:10:45.8620000Z</dcterms:modified>
</coreProperties>
</file>